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D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D497"/>
                </a:solidFill>
                <a:latin typeface="Calibri"/>
              </a:defRPr>
            </a:pPr>
            <a:r>
              <a:t>SALESSIM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8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AI-Powered Sales</a:t>
            </a:r>
            <a:br/>
            <a:r>
              <a:t>Simulation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Give your sellers unlimited, realistic practice against AI stakeholders —</a:t>
            </a:r>
            <a:br/>
            <a:r>
              <a:t>from CFOs to gatekeepers — with instant MEDDIC scoring and coaching.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371600"/>
            <a:ext cx="32004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508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FD497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of reps miss quota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834640"/>
            <a:ext cx="32004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971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FD497"/>
                </a:solidFill>
                <a:latin typeface="Calibri"/>
              </a:defRPr>
            </a:pPr>
            <a:r>
              <a:t>$15K+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avg training cost/rep/yr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297680"/>
            <a:ext cx="32004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4434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FD497"/>
                </a:solidFill>
                <a:latin typeface="Calibri"/>
              </a:defRPr>
            </a:pPr>
            <a:r>
              <a:t>4–6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enterprise ramp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FD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For Enterprise SaaS Sales Leaders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D497"/>
                </a:solidFill>
                <a:latin typeface="Calibri"/>
              </a:defRPr>
            </a:pPr>
            <a:r>
              <a:t>TRAINING PACKS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Three purpose-built packs for every role on your revenue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🏢  Enterprise 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D497"/>
                </a:solidFill>
                <a:latin typeface="Calibri"/>
              </a:defRPr>
            </a:pPr>
            <a:r>
              <a:t>MEDDIC / MEDDPICC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STAKEHOLDERS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→  Champion / Internal Advocate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→  Economic Buyer (CFO / VP)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→  Blocker / Skeptic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→  Technical Evaluator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→  First Discovery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→  Executive Pitch /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→  Late-Stage Objection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949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→  Multi-Stakeholder Biz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📈  Mid-Market 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D497"/>
                </a:solidFill>
                <a:latin typeface="Calibri"/>
              </a:defRPr>
            </a:pPr>
            <a:r>
              <a:t>Deal Velocity &amp; Pricing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STAKEHOLDERS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→  Founder / CEO (SMB)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→  VP Sales / Revenue Leader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SCENARIOS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→  Cold Call / Outbound 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→  Discovery &amp; Qualification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→  Pricing &amp; Negotiation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📞  SDR / BDR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D497"/>
                </a:solidFill>
                <a:latin typeface="Calibri"/>
              </a:defRPr>
            </a:pPr>
            <a:r>
              <a:t>Pipeline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STAKEHOLDERS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→  Gatekeeper / 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→  Curious but Skeptical Prospect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SCENARIOS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→  Cold Call – First Touch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→  Warm Follow-Up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alibri"/>
              </a:defRPr>
            </a:pPr>
            <a:r>
              <a:t>→  Inbound Speed-to-Lead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D497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Four steps from selection to measurable improvement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FD49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Choose training pack,</a:t>
            </a:r>
            <a:br/>
            <a:r>
              <a:t>stakeholder archetype,</a:t>
            </a:r>
            <a:br/>
            <a:r>
              <a:t>and deal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737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FD49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SIMULATE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Engage in realistic AI</a:t>
            </a:r>
            <a:br/>
            <a:r>
              <a:t>conversation with dynamic</a:t>
            </a:r>
            <a:br/>
            <a:r>
              <a:t>stakeholder responses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FD49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51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Get instant MEDDIC</a:t>
            </a:r>
            <a:br/>
            <a:r>
              <a:t>coverage, discovery quality,</a:t>
            </a:r>
            <a:br/>
            <a:r>
              <a:t>and objection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560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737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FD49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IMPROVE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651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Review strengths, gaps,</a:t>
            </a:r>
            <a:br/>
            <a:r>
              <a:t>and specific coaching</a:t>
            </a:r>
            <a:br/>
            <a: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D497"/>
                </a:solidFill>
                <a:latin typeface="Calibri"/>
              </a:defRPr>
            </a:pPr>
            <a:r>
              <a:t>EXPECTED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2560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FD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26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FD497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Cost Reduction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40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vs. live role-play training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389120"/>
            <a:ext cx="2560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FD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4526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FD497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120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Faster Ramp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440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New rep time-to-first-deal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389120"/>
            <a:ext cx="2560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FD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526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FD497"/>
                </a:solidFill>
                <a:latin typeface="Calibri"/>
              </a:defRPr>
            </a:pPr>
            <a:r>
              <a:t>73%+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120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Skill Improvement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440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Pre/post assessment uplift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4389120"/>
            <a:ext cx="2560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FD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4526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FD497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120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Availability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5440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Unlimited practice, anytime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D497"/>
                </a:solidFill>
                <a:latin typeface="Calibri"/>
              </a:defRPr>
            </a:pPr>
            <a:r>
              <a:t>ENTERPRISE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Simple, transparent pricing that scales with your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Professional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FD497"/>
                </a:solidFill>
                <a:latin typeface="Calibri"/>
              </a:rPr>
              <a:t>$150</a:t>
            </a:r>
            <a:r>
              <a:rPr sz="1200">
                <a:solidFill>
                  <a:srgbClr val="94A3B8"/>
                </a:solidFill>
                <a:latin typeface="Calibri"/>
              </a:rPr>
              <a:t> /user/year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All 3 training packs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AI-powered debrief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Up to 100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Basic analytics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29184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FD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FD497"/>
                </a:solidFill>
                <a:latin typeface="Calibri"/>
              </a:defRPr>
            </a:pPr>
            <a:r>
              <a:t>MOST POPULAR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FD497"/>
                </a:solidFill>
                <a:latin typeface="Calibri"/>
              </a:rPr>
              <a:t>$250</a:t>
            </a:r>
            <a:r>
              <a:rPr sz="1200">
                <a:solidFill>
                  <a:srgbClr val="94A3B8"/>
                </a:solidFill>
                <a:latin typeface="Calibri"/>
              </a:rPr>
              <a:t> /user/year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Everything in Professional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Custom scenario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SSO / SAML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Advanced analytics &amp;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645920"/>
            <a:ext cx="329184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Enterprise+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FD497"/>
                </a:solidFill>
                <a:latin typeface="Calibri"/>
              </a:rPr>
              <a:t>Custom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Volume pricing (1,000+)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Custom stakeholder profiles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Dedicated CSM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✓  LMS integration (Cornerstone, Workday)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✦ No direct competitors  •  ✦ MEDDIC-native  •  ✦ Integrates with Salesforce, HubSpot &amp; major LMS platforms  •  ✦ SOC 2 compliant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6126480"/>
            <a:ext cx="5760720" cy="502920"/>
          </a:xfrm>
          <a:prstGeom prst="roundRect">
            <a:avLst/>
          </a:prstGeom>
          <a:solidFill>
            <a:srgbClr val="3FD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Request a Personalized Demo  →  salessim.ai/demo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FD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